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66" r:id="rId3"/>
    <p:sldId id="275" r:id="rId4"/>
    <p:sldId id="277" r:id="rId5"/>
    <p:sldId id="281" r:id="rId6"/>
    <p:sldId id="278" r:id="rId7"/>
    <p:sldId id="280" r:id="rId8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2AAF9F1-E50B-45AB-9DDD-AEB2F95F53E1}">
          <p14:sldIdLst>
            <p14:sldId id="257"/>
            <p14:sldId id="266"/>
            <p14:sldId id="275"/>
            <p14:sldId id="277"/>
            <p14:sldId id="281"/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2.124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24575,'0'0'0,"3"0"0,5 0 0,4 0 0,3 0 0,2 0 0,5 0 0,9 0 0,8 0 0,8 0 0,8 0 0,1 0 0,81 0 0,19 0 0,15 0 0,-2 0 0,-7 0 0,-8 0 0,-8 0 0,-6 0 0,-8 0 0,-6 0 0,-16 0 0,-9 0 0,-9 0 0,-11 0 0,-13 0 0,-7 0 0,-8 0 0,-11 0 0,-4 0 0,-6 0 0,2 0 0,4 4 0,10 0 0,12 4 0,12 2 0,10 1 0,11 1 0,-7-2 0,-9-2 0,-15-2 0,-17-3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5.206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4188.72119"/>
      <inkml:brushProperty name="anchorY" value="-1091.70593"/>
      <inkml:brushProperty name="scaleFactor" value="0.5"/>
    </inkml:brush>
  </inkml:definitions>
  <inkml:trace contextRef="#ctx0" brushRef="#br0">1 0 24575,'0'0'0,"3"0"0,5 0 0,4 0 0,3 0 0,2 0 0,2 0 0,8 0 0,8 0 0,8 0 0,11 0 0,7 0 0,8 0 0,0 0 0,3 0 0,2 0 0,5 0 0,4 0 0,13 0 0,7 0 0,18 0 0,11 0 0,15 0 0,7 0 0,11 0 0,5 0 0,-8 0 0,-14 0 0,-11 0 0,-22 0 0,-16 0 0,-7 0 0,-5 0 0,8 0 0,8 0 0,10 0 0,5 0 0,-6 0 0,-7 0 0,-20 0 0,-16 0 0,-18 0 0,-13 0 0,-10 0 0,-7 0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6.83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8825.2627"/>
      <inkml:brushProperty name="anchorY" value="-2107.70605"/>
      <inkml:brushProperty name="scaleFactor" value="0.5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7.493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9841.2627"/>
      <inkml:brushProperty name="anchorY" value="-3123.70605"/>
      <inkml:brushProperty name="scaleFactor" value="0.5"/>
    </inkml:brush>
  </inkml:definitions>
  <inkml:trace contextRef="#ctx0" brushRef="#br0">1 21 24575,'0'0'0,"6"0"0,22-4 0,26 0 0,22 0 0,34 1 0,24 0 0,16 2 0,12 0 0,4 1 0,-4 0 0,-13 0 0,-19 0 0,-26 0 0,-18 0 0,-20 0 0,-16 0 0,-7 1 0,-1-1 0,2 0 0,7 0 0,7 0 0,10 0 0,6 0 0,-3 0 0,0 0 0,-3 0 0,-6 0 0,-4 0 0,-6 0 0,-4 0 0,-5 0 0,-6 0 0,-2 0 0,-2 0 0,-2 0 0,-4 0 0,-7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3:36:59.074"/>
    </inkml:context>
    <inkml:brush xml:id="br0">
      <inkml:brushProperty name="width" value="0.1" units="cm"/>
      <inkml:brushProperty name="height" value="0.1" units="cm"/>
      <inkml:brushProperty name="color" value="#FF4E00"/>
      <inkml:brushProperty name="inkEffects" value="rainbow"/>
      <inkml:brushProperty name="anchorX" value="-13526.6709"/>
      <inkml:brushProperty name="anchorY" value="-4119.85596"/>
      <inkml:brushProperty name="scaleFactor" value="0.5"/>
    </inkml:brush>
  </inkml:definitions>
  <inkml:trace contextRef="#ctx0" brushRef="#br0">1 97 24575,'0'0'0,"3"0"0,6 0 0,6 0 0,4 0 0,6 0 0,9 0 0,11 0 0,14 0 0,21 0 0,10 0 0,8 0 0,-1 0 0,-3 0 0,-9 0 0,-4 0 0,-3 0 0,-3 0 0,-4 0 0,3 0 0,12 0 0,13 0 0,16 0 0,18 0 0,11 0 0,4 0 0,0 0 0,-3 0 0,-6 0 0,-4-4 0,-2 1 0,6-9 0,1 1 0,-4 0 0,-13 0 0,-13 1 0,-12-1 0,-21 2 0,-15 3 0,-16 1 0,-12 2 0,-13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2025/9/18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2025/9/18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7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2025/9/18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bc.com/news/articles/c7016ljre03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5984" y="1100030"/>
            <a:ext cx="6273116" cy="3225082"/>
          </a:xfrm>
        </p:spPr>
        <p:txBody>
          <a:bodyPr rtlCol="0">
            <a:normAutofit/>
          </a:bodyPr>
          <a:lstStyle/>
          <a:p>
            <a:r>
              <a:rPr lang="en-US" altLang="zh-TW" sz="6600" b="1" dirty="0">
                <a:solidFill>
                  <a:srgbClr val="0070C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English for Information Technology</a:t>
            </a:r>
            <a:endParaRPr lang="zh-tw" sz="6600" dirty="0">
              <a:solidFill>
                <a:srgbClr val="0070C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9"/>
            <a:ext cx="6131346" cy="1021498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Dept of information management, </a:t>
            </a:r>
            <a:r>
              <a:rPr lang="en-US" altLang="zh-TW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Yuanze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</a:t>
            </a:r>
            <a:endParaRPr 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968657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739B2C-D4C0-AE14-8636-53A49D03136C}"/>
              </a:ext>
            </a:extLst>
          </p:cNvPr>
          <p:cNvSpPr txBox="1"/>
          <p:nvPr/>
        </p:nvSpPr>
        <p:spPr>
          <a:xfrm>
            <a:off x="395040" y="5366359"/>
            <a:ext cx="1159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Week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0" y="286603"/>
            <a:ext cx="7113069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Any Update on CN Academy?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EE43F82-E436-04CC-DFEF-ED1B7C43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912654"/>
            <a:ext cx="2424361" cy="5605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4E8FC9F-28FD-66AF-1468-2DFA0A266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45" y="1959429"/>
            <a:ext cx="6469612" cy="4703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C002B0FD-A4D8-C23B-FF6F-33F5B8EF7E4E}"/>
                  </a:ext>
                </a:extLst>
              </p14:cNvPr>
              <p14:cNvContentPartPr/>
              <p14:nvPr/>
            </p14:nvContentPartPr>
            <p14:xfrm>
              <a:off x="1230512" y="4826466"/>
              <a:ext cx="1142640" cy="2772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C002B0FD-A4D8-C23B-FF6F-33F5B8EF7E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2872" y="4808466"/>
                <a:ext cx="11782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C0A98A03-AD72-6AA9-4AEA-A594D6A05D4A}"/>
                  </a:ext>
                </a:extLst>
              </p14:cNvPr>
              <p14:cNvContentPartPr/>
              <p14:nvPr/>
            </p14:nvContentPartPr>
            <p14:xfrm>
              <a:off x="1257872" y="5335146"/>
              <a:ext cx="130392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C0A98A03-AD72-6AA9-4AEA-A594D6A05D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0232" y="5317146"/>
                <a:ext cx="13395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56D4DB7C-1685-6AC0-DD84-F6E3E64DBD37}"/>
              </a:ext>
            </a:extLst>
          </p:cNvPr>
          <p:cNvGrpSpPr/>
          <p:nvPr/>
        </p:nvGrpSpPr>
        <p:grpSpPr>
          <a:xfrm>
            <a:off x="1244192" y="5602626"/>
            <a:ext cx="961200" cy="7920"/>
            <a:chOff x="1244192" y="5602626"/>
            <a:chExt cx="961200" cy="7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9812D69-D1E9-D227-7060-2BBC4E44695B}"/>
                    </a:ext>
                  </a:extLst>
                </p14:cNvPr>
                <p14:cNvContentPartPr/>
                <p14:nvPr/>
              </p14:nvContentPartPr>
              <p14:xfrm>
                <a:off x="1244192" y="5610186"/>
                <a:ext cx="360" cy="3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9812D69-D1E9-D227-7060-2BBC4E4469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6552" y="55921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A4E9F2E0-86E9-9247-7051-90548AFCC5EE}"/>
                    </a:ext>
                  </a:extLst>
                </p14:cNvPr>
                <p14:cNvContentPartPr/>
                <p14:nvPr/>
              </p14:nvContentPartPr>
              <p14:xfrm>
                <a:off x="1244192" y="5602626"/>
                <a:ext cx="961200" cy="7920"/>
              </p14:xfrm>
            </p:contentPart>
          </mc:Choice>
          <mc:Fallback xmlns=""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A4E9F2E0-86E9-9247-7051-90548AFCC5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6552" y="5584986"/>
                  <a:ext cx="99684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E409BA5E-314D-A8AB-6F23-791AF0A42ABF}"/>
                  </a:ext>
                </a:extLst>
              </p14:cNvPr>
              <p14:cNvContentPartPr/>
              <p14:nvPr/>
            </p14:nvContentPartPr>
            <p14:xfrm>
              <a:off x="1223312" y="5795226"/>
              <a:ext cx="1275840" cy="3528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E409BA5E-314D-A8AB-6F23-791AF0A42A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5672" y="5777226"/>
                <a:ext cx="1311480" cy="709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8BAD488C-94E8-4EDD-80F3-65C34FC19018}"/>
              </a:ext>
            </a:extLst>
          </p:cNvPr>
          <p:cNvSpPr txBox="1"/>
          <p:nvPr/>
        </p:nvSpPr>
        <p:spPr>
          <a:xfrm>
            <a:off x="7947718" y="2440692"/>
            <a:ext cx="3547597" cy="2240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AI &amp; Data Science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Information Technology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Professional Skills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>
                <a:solidFill>
                  <a:srgbClr val="0070C0"/>
                </a:solidFill>
              </a:rPr>
              <a:t>Digital Literacy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11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 headline today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A61A52-A0EC-2AD9-664B-56C71891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7" y="2004378"/>
            <a:ext cx="5816953" cy="46573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50C9BD4-36F5-1449-8E8C-E54B90981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331" y="2004378"/>
            <a:ext cx="6139882" cy="469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Online resources for today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249ED-BB31-B52A-E039-A4055F15E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005"/>
          <a:stretch/>
        </p:blipFill>
        <p:spPr>
          <a:xfrm>
            <a:off x="1255409" y="2385817"/>
            <a:ext cx="5380990" cy="34855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1D3EDEF-35C3-C2D3-2A18-75D97AAEB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86" y="2129316"/>
            <a:ext cx="4091539" cy="409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F34B455-DEED-E592-F9C2-3E86001B43C0}"/>
              </a:ext>
            </a:extLst>
          </p:cNvPr>
          <p:cNvSpPr txBox="1"/>
          <p:nvPr/>
        </p:nvSpPr>
        <p:spPr>
          <a:xfrm>
            <a:off x="1161908" y="1944650"/>
            <a:ext cx="419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4"/>
              </a:rPr>
              <a:t>Original</a:t>
            </a:r>
            <a:r>
              <a:rPr lang="zh-TW" altLang="en-US" dirty="0">
                <a:hlinkClick r:id="rId4"/>
              </a:rPr>
              <a:t> </a:t>
            </a:r>
            <a:r>
              <a:rPr lang="en-US" altLang="zh-TW" dirty="0">
                <a:hlinkClick r:id="rId4"/>
              </a:rPr>
              <a:t>Article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620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Tools used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5463164-FA11-1ACE-B685-6AACE08F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922" y="2209297"/>
            <a:ext cx="5182492" cy="354722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7041EA9-5385-99B5-B132-6659DFF91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6" y="2209297"/>
            <a:ext cx="5584440" cy="34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6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9BCEC-4824-3BCD-7863-668AAC68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4EC907-6BB2-2349-77DA-E3DFE5FB1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29EC09-1512-32EE-B2F6-2F21C0D4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2025/9/18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E438624-0580-98B6-DF71-38953E13F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3" y="152924"/>
            <a:ext cx="11246821" cy="62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7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A241935-2001-1B28-3810-2D189DE03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1280" y="0"/>
            <a:ext cx="5584440" cy="3126135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1C727D-BBF1-B572-CFE7-B75B80A4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2025/9/18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6F2D76F-1641-520A-937B-4CC599BA0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3436389"/>
            <a:ext cx="5584440" cy="341063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FB74736-4488-4DD4-F0F4-386C818EB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71" y="826277"/>
            <a:ext cx="5763429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7983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{37E69328-BF55-448F-BC7C-8D48598C2492}tf56160789_win32</Template>
  <TotalTime>152</TotalTime>
  <Words>48</Words>
  <Application>Microsoft Office PowerPoint</Application>
  <PresentationFormat>Widescreen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Microsoft JhengHei UI</vt:lpstr>
      <vt:lpstr>MingLiu</vt:lpstr>
      <vt:lpstr>STKaiti</vt:lpstr>
      <vt:lpstr>STXihei</vt:lpstr>
      <vt:lpstr>Arial</vt:lpstr>
      <vt:lpstr>Calibri</vt:lpstr>
      <vt:lpstr>Wingdings</vt:lpstr>
      <vt:lpstr>1_RetrospectVTI</vt:lpstr>
      <vt:lpstr>English for Information Technology</vt:lpstr>
      <vt:lpstr>Any Update on CN Academy?</vt:lpstr>
      <vt:lpstr>On headline today</vt:lpstr>
      <vt:lpstr>Online resources for today</vt:lpstr>
      <vt:lpstr>Tools used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Miao</dc:creator>
  <cp:lastModifiedBy>繆強(Miao Qiang)</cp:lastModifiedBy>
  <cp:revision>27</cp:revision>
  <dcterms:created xsi:type="dcterms:W3CDTF">2025-09-08T16:31:02Z</dcterms:created>
  <dcterms:modified xsi:type="dcterms:W3CDTF">2025-09-18T08:38:40Z</dcterms:modified>
</cp:coreProperties>
</file>