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90" r:id="rId5"/>
    <p:sldId id="299" r:id="rId6"/>
    <p:sldId id="292" r:id="rId7"/>
    <p:sldId id="300" r:id="rId8"/>
    <p:sldId id="257" r:id="rId9"/>
    <p:sldId id="289" r:id="rId10"/>
    <p:sldId id="295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80AD773-C4C7-4DB0-830A-55E8597DD85B}">
          <p14:sldIdLst>
            <p14:sldId id="290"/>
            <p14:sldId id="299"/>
            <p14:sldId id="292"/>
            <p14:sldId id="300"/>
            <p14:sldId id="257"/>
            <p14:sldId id="289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27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A5980-0EF6-4C34-80A0-01C595189EA2}" v="2" dt="2025-09-06T08:29:09.870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879" autoAdjust="0"/>
  </p:normalViewPr>
  <p:slideViewPr>
    <p:cSldViewPr showGuides="1">
      <p:cViewPr varScale="1">
        <p:scale>
          <a:sx n="112" d="100"/>
          <a:sy n="112" d="100"/>
        </p:scale>
        <p:origin x="802" y="7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9/11/2025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04:32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3:25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98 24575,'13'-1'0,"0"-1"0,1 0 0,-1-1 0,0 0 0,0-1 0,20-10 0,-18 8 0,0 0 0,1 1 0,-1 1 0,22-4 0,78-8 0,58-3 0,447 15 0,-326 6 0,552-2 0,-822 2 0,0 1 0,0 2 0,0 0 0,-1 1 0,24 10 0,-5-2 0,35 10 0,112 32 0,-181-53 0,0 0 0,-1 0 0,1 1 0,13 8 0,20 10 0,12 0 0,-2 2 0,89 56 0,-131-72 0,-1-1 0,1 2 0,-2-1 0,1 1 0,-1 0 0,-1 1 0,0 0 0,0 0 0,-1 0 0,0 0 0,4 16 0,-1-8 0,1 1 0,13 20 0,-17-30 0,0-1 0,-1 1 0,0-1 0,-1 1 0,0 0 0,0 1 0,-1-1 0,0 0 0,0 17 0,0 10 0,-5 45 0,1-20 0,3 6 0,1-28 0,-6 57 0,3-84 0,-1-1 0,0 1 0,-1-1 0,0 0 0,-1 0 0,0 0 0,-1 0 0,0-1 0,-9 14 0,-14 14 0,-1-1 0,-1-1 0,-3-2 0,-54 46 0,59-58 0,-1-2 0,0 0 0,-1-3 0,-2 0 0,1-2 0,-58 19 0,7-11 0,0-4 0,-116 12 0,-171-15 0,-35-15 0,-179-4 0,546-1 0,0-1 0,0-2 0,1-1 0,-56-21 0,52 16 0,6 0 0,1-1 0,-47-28 0,-31-14 0,82 42 0,0-2 0,2-1 0,0-1 0,1-1 0,1-1 0,1-1 0,0-2 0,2 0 0,1-1 0,-19-28 0,27 29 0,0 0 0,1 0 0,1-2 0,-8-27 0,-12-29 0,22 57 0,1 0 0,1-1 0,1 0 0,-3-41 0,4 29 0,-11-41 0,8 42 0,2-1 0,2-1 0,2 1 0,1 0 0,5-41 0,-2-11 0,-4 22-39,0 40-293,1-1 1,2 1-1,6-47 1,-3 58-6495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3:29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0 515 24575,'1'-5'0,"0"1"0,-1-1 0,2 0 0,-1 1 0,0 0 0,1-1 0,0 1 0,0 0 0,0 0 0,0 0 0,1 0 0,-1 0 0,6-5 0,7-8 0,27-22 0,-17 16 0,-5 5 0,0 1 0,1 0 0,0 2 0,2 1 0,30-16 0,-14 13 0,2 1 0,60-16 0,-56 20 0,61-18 0,2 4 0,117-11 0,179 27 0,-2 0 0,-204-23 0,-143 21 0,1 2 0,91-4 0,1004 15 0,-1136 0 0,-1 0 0,0 1 0,1 0 0,-1 1 0,0 1 0,16 6 0,78 40 0,-80-35 0,0-1 0,1-2 0,39 12 0,-25-15 0,-21-4 0,-1 0 0,36 14 0,-24-5 0,261 120 0,-285-127 0,1-1 0,-2 1 0,1 1 0,-1 0 0,0 0 0,0 0 0,-1 1 0,0 0 0,-1 1 0,0-1 0,8 19 0,-10-14 0,0 1 0,-1-1 0,-1 1 0,-1 0 0,0 0 0,-1 0 0,0-1 0,-3 17 0,1 19 0,2-25 0,-1 0 0,-1 0 0,-2-1 0,-9 39 0,10-52 0,-1 0 0,0-1 0,-1 0 0,0 0 0,-1 0 0,0-1 0,0 1 0,-1-1 0,-1-1 0,1 1 0,-1-1 0,-14 10 0,-25 14 0,0-2 0,-71 31 0,10-5 0,66-34 0,-67 22 0,29-13 0,14-6 0,-1-3 0,-2-3 0,1-2 0,-2-4 0,-92 6 0,-359-13 0,296-9 0,-869 3 0,1047-3 0,1-1 0,-77-19 0,76 13 0,-1 2 0,-66-3 0,102 11 0,0-2 0,0 0 0,0 0 0,0-1 0,0-1 0,0 0 0,1 0 0,0-1 0,-15-9 0,-12-9 0,-44-36 0,26 18 0,47 34 0,0 0 0,0-1 0,1 0 0,0 0 0,0-1 0,-12-17 0,8 6 0,1-1 0,-12-30 0,-88-192 0,107 233-151,1-1-1,0 1 0,0-1 0,1 1 1,0-1-1,1 0 0,1 0 1,0-14-1,0 9-6674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3:39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24575,'143'-9'0,"-32"1"0,660 4 0,-414 6 0,3380-2-1365,-3721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4:06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24575,'2211'0'0,"-2176"-2"0,0-1 0,42-10 0,25-3 0,141 11-62,-159 5-1241,-67 0-5523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4:09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24575,'3014'0'-1365,"-2991"0"-5461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1T02:52:56.1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65,'1392'0,"-1355"-2,-1-1,1-2,-1-2,0-1,38-13,-46 15,1 1,-1 1,1 2,0 1,51 5,1-2,90-2,-155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1T02:52:57.7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1,'783'59,"-670"-46,1448 188,-1095-138,-369-50,465 46,-546-58,-7 0,-1-1,1 0,0 0,-1-1,1 0,8-2,-11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4:24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1 400 24575,'1'-3'0,"1"0"0,-1 0 0,1 0 0,0 0 0,0 0 0,0 1 0,1-1 0,-1 1 0,1-1 0,4-3 0,-1 0 0,10-8 0,1 0 0,0 1 0,0 1 0,1 1 0,1 0 0,0 1 0,32-11 0,10 1 0,75-14 0,2 0 0,-77 12 0,-44 15 0,1 1 0,0 0 0,29-4 0,0 1 0,1-2 0,60-24 0,-72 22 0,1 1 0,-1 2 0,2 2 0,-1 1 0,43-2 0,619 8 0,-311 4 0,-333-4 0,-25 0 0,0 0 0,-1 2 0,1 1 0,0 2 0,-1 0 0,42 13 0,-21 0 0,-36-14 0,-1 1 0,1 1 0,-1 0 0,1 0 0,-2 2 0,1 0 0,-1 0 0,0 1 0,19 16 0,-5 0 0,0-2 0,41 27 0,-43-33 0,0 1 0,-1 2 0,-1 0 0,22 24 0,-8-7 0,-30-31 0,0 0 0,0 0 0,-1 1 0,0 0 0,0 0 0,0 0 0,-1 0 0,0 1 0,0-1 0,3 9 0,-1 3 0,-2 0 0,1 1 0,-2-1 0,-1 1 0,1 21 0,-8 95 0,4-130 0,0 1 0,0-1 0,-1 0 0,1 0 0,-1 0 0,0 0 0,-1-1 0,1 1 0,-1 0 0,0-1 0,0 0 0,-1 0 0,1 0 0,-1 0 0,-4 4 0,-10 6 0,0-1 0,-26 16 0,12-9 0,-29 18 0,-2-2 0,-1-3 0,-2-4 0,-1-2 0,-1-3 0,-107 24 0,-263 29 0,365-67 0,-211 22 0,205-24 0,-566 8 0,428-18 0,209 2 0,0-1 0,1 0 0,-1-1 0,1 1 0,-1-1 0,1-1 0,0 0 0,0 0 0,0 0 0,0-1 0,0 1 0,-7-7 0,-8-8 0,-41-41 0,15 14 0,-13-8 0,12 13 0,2-2 0,-42-49 0,80 78 0,1 0 0,0-1 0,0 0 0,2 0 0,0-1 0,-9-30 0,-6-17 0,12 37 40,1-1-1,-5-30 0,8 31-533,-1-1-1,-13-31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4:30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24575,'1866'0'-1365,"-1849"0"-5461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4:39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24575,'1444'0'-1365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5:0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24575,'63'-15'0,"29"8"0,128 7 0,-88 2 0,836-2 0,-695 11 0,-6-1 0,-197-10 0,390 14 0,96 9 0,-516-22 0,0 2 0,0 1 0,0 2 0,53 16 0,-52-13 0,76 7 0,13 3 0,-79-11-46,1-2 0,0-3 0,82-4-1,-57 0-1133,-51 1-5646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2:55:18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1008 24575,'120'-1'0,"19"0"0,228 25 0,-278-12 0,79 14 0,-87-11 0,0-5 0,0-3 0,89-3 0,1096-5 0,-1149-5 0,-1-5 0,132-30 0,-246 41 0,187-21 0,-182 19 0,0 0 0,0 0 0,0 0 0,0-1 0,0 0 0,0 0 0,-1 0 0,1-1 0,11-9 0,16-9 0,-15 12 0,0 0 0,-1-1 0,-1-1 0,0-1 0,-1-1 0,0 0 0,-1-1 0,16-21 0,-23 25 0,0-1 0,0 0 0,-2 0 0,1-1 0,-2 0 0,0 0 0,0 0 0,-1-1 0,-1 0 0,0 0 0,-1 0 0,1-23 0,-2-143 0,-2 101 0,1 72 0,-1 0 0,-1 1 0,1 0 0,-1-1 0,0 1 0,-1 0 0,1 0 0,-1 0 0,0 0 0,-1 0 0,1 1 0,-8-9 0,2 3 0,-1 1 0,0 0 0,0 0 0,-1 1 0,-12-8 0,18 14 0,0 0 0,-1 1 0,1 0 0,-1 0 0,1 1 0,-1-1 0,0 1 0,-9-1 0,10 2 0,-1-1 0,1 0 0,-1 0 0,1 0 0,-1-1 0,1 0 0,0 0 0,0 0 0,-8-5 0,-6-5 0,0 0 0,-1 1 0,-1 2 0,0 0 0,0 0 0,-1 2 0,-31-6 0,-17 1 0,-74-2 0,3 0 0,-113-19 0,-290 2 0,-813 33 0,1336 0 0,0 0 0,1 2 0,0 0 0,0 2 0,0 0 0,0 1 0,-21 11 0,11-5 0,-60 16 0,-10-2 0,-32 7 0,119-31 0,0 2 0,0 0 0,0 0 0,1 1 0,0 1 0,0 0 0,-18 14 0,11-8 0,-32 17 0,44-26 0,1-1 0,-1 1 0,1 1 0,0-1 0,1 1 0,-1 0 0,1 0 0,0 1 0,0-1 0,1 1 0,-1 0 0,-6 14 0,5-8 0,1 2 0,0-1 0,1 0 0,0 1 0,1 0 0,-2 15 0,0 43 0,5 114 0,2-70 0,-3-49 0,3 75 0,5-109-1365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07:53.78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1 553 24575,'65'-57'0,"-31"25"0,57-43 0,-66 57 0,7-6 0,0 2 0,51-26 0,2 4 0,-47 23 0,1 2 0,59-20 0,-16 13 0,0 4 0,171-22 0,-8 19 0,236-11 0,386 36 0,545 3 0,-1376-3 0,184 8 0,-179-5 0,0 3 0,-1 1 0,52 17 0,-30-6 0,42 16 0,-20 0 0,-10-7 0,-2 4 0,110 65 0,69 52 0,-236-139 0,0 0 0,18 15 0,-24-16 0,1-1 0,-1 0 0,1-1 0,1 0 0,-1 0 0,23 7 0,-24-9 0,0 0 0,1 1 0,-1 0 0,-1 0 0,1 1 0,-1 1 0,0-1 0,-1 1 0,1 0 0,-1 1 0,-1 0 0,7 9 0,37 37 0,-6-15 0,49 56 0,-86-85 0,1 1 0,-2 0 0,1 0 0,-2 0 0,1 1 0,-2 0 0,1 0 0,-2 0 0,0 1 0,0-1 0,1 18 0,-1 17 0,-4 84 0,-1-48 0,2-70 0,-1-1 0,0 1 0,0-1 0,-1 0 0,-1 0 0,-5 18 0,4-22 0,1 0 0,-1-1 0,0 0 0,-1 0 0,0 0 0,0 0 0,-1 0 0,1-1 0,-1 0 0,-12 8 0,-24 16 0,-2-3 0,-56 28 0,36-22 0,-17 12 0,-1-4 0,-174 60 0,-88-24 0,-6-25 0,115-19 0,-59 7 0,-439 4 0,-919-46 0,1547-4 0,-194-34 0,209 25 0,87 14 0,-275-55 0,256 49 0,0-2 0,-33-18 0,34 17 0,1 0 0,-42-13 0,40 16 0,0-1 0,1-1 0,0-1 0,-35-22 0,-73-61 0,85 60 0,19 14 0,-52-40 0,69 51 0,-1 0 0,1-1 0,0 0 0,1-1 0,-13-19 0,16 20 0,0-1 0,0-1 0,1 1 0,0 0 0,1-1 0,-3-19 0,3-69 0,2 68 0,1-291-1365,-1 286-5461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08:18.83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3147 1463 24575,'5133'0'0,"-5129"0"0,0 0 0,1 0 0,-1 0 0,0-1 0,0 1 0,0-1 0,-1 0 0,1 0 0,0-1 0,0 1 0,0-1 0,-1 1 0,6-4 0,-7 2 0,0 1 0,0-1 0,0 1 0,0-1 0,0 1 0,0-1 0,-1 0 0,0 0 0,1 0 0,-1 0 0,0 0 0,-1 0 0,1 0 0,0 0 0,-1-1 0,0 1 0,0-5 0,0-218 0,-2 94 0,2-331 0,-1 455 0,0-1 0,0 1 0,-1-1 0,0 1 0,-1-1 0,-6-15 0,5 16 0,0-1 0,1 0 0,1 0 0,0 0 0,0 0 0,-1-13 0,3 13 0,0 0 0,-1 0 0,0 1 0,0-1 0,-1 0 0,-4-11 0,5 17 0,-1-1 0,-1 0 0,1 1 0,0-1 0,-1 1 0,0 0 0,0 0 0,0 0 0,0 0 0,0 0 0,-1 1 0,1-1 0,-1 1 0,1 0 0,-8-3 0,-27-9 0,0 2 0,-1 1 0,0 2 0,-58-6 0,12 2 0,-993-147 0,716 123 0,-387 11 0,-2791 31 0,1952-7 0,1489 0 0,-103 4 0,197-1 0,1 0 0,-1 0 0,1 0 0,0 1 0,-1-1 0,1 1 0,0 0 0,0 0 0,0 0 0,0 1 0,0 0 0,1-1 0,-1 1 0,1 1 0,0-1 0,0 0 0,0 1 0,0-1 0,-3 7 0,-4 7 0,1 1 0,0 0 0,-7 23 0,5-10 0,-4 13 0,2 1 0,2 1 0,-9 77 0,13-69 0,-2-2 0,-23 75 0,17-79 0,3 1 0,1 0 0,-7 98 0,12 152 0,7-194 0,-1-99 0,1 0 0,0 0 0,1 0 0,-1 0 0,1 0 0,0 0 0,1-1 0,-1 1 0,1 0 0,0-1 0,1 0 0,-1 0 0,1 0 0,0 0 0,0-1 0,0 1 0,1-1 0,0 0 0,0 0 0,0-1 0,0 1 0,8 3 0,8 3 0,0 0 0,0-1 0,1-1 0,37 9 0,17 1 0,279 74 0,-304-80 0,1-2 0,0-2 0,63 1 0,-46-3 0,209 25 0,-178-21 0,114 26 0,-190-31 0,15 4 0,1-2 0,55 3 0,700-9 0,-382-3 0,-288 3 0,138-3 0,-234 1 0,-1 0 0,0-3 0,55-13 0,-74 13-8,0-1-1,0-1 0,-1 0 1,1 0-1,-1-1 1,-1 0-1,1 0 0,-1-1 1,-1 0-1,11-15 0,9-9-1261,-8 12-5556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08:26.30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627 164 24575,'0'0'0,"0"-1"0,0 0 0,0 1 0,1-1 0,-1 0 0,0 0 0,1 1 0,-1-1 0,1 1 0,-1-1 0,1 0 0,-1 1 0,1-1 0,-1 1 0,1-1 0,-1 1 0,1 0 0,0-1 0,-1 1 0,1-1 0,0 1 0,-1 0 0,1 0 0,0-1 0,1 1 0,24-7 0,-11 4 0,-13 2 0,16-6 0,-1 1 0,1 0 0,0 2 0,0 0 0,0 1 0,31-2 0,6263 7 0,-6295-3 0,1 0 0,19-6 0,-24 5 0,1-1 0,0 2 0,21 0 0,-29 1 0,-1 1 0,1 0 0,-1 0 0,0 0 0,0 1 0,0-1 0,0 1 0,0 0 0,0 1 0,0 0 0,-1-1 0,1 1 0,3 4 0,2 0 0,-2 0 0,1 0 0,-1 1 0,0 0 0,-1 1 0,0-1 0,0 1 0,-1 1 0,0-1 0,-1 1 0,8 17 0,21 65 0,7 26 0,-23-67 0,-13-40 0,-1 0 0,0 0 0,-1 0 0,-1 1 0,3 14 0,-1 11 0,3-1 0,12 43 0,-8-37 0,-2-7 0,1 1 0,7 60 0,-10-38 0,3 42 0,-8-73 0,1 0 0,12 45 0,-9-45 0,-1 0 0,4 49 0,-9 744 0,-1-374 0,1-421 0,-5 140 0,3-135 0,-2 1 0,-2-1 0,-12 41 0,8-43 0,-1 0 0,-1-1 0,-1-1 0,-2 0 0,0-1 0,-2 0 0,-1-1 0,-1-1 0,-29 28 0,17-21 0,0 0 0,-2-3 0,-2 0 0,-54 31 0,-273 120 0,281-146 0,-1-4 0,-88 17 0,-174 22 0,263-53 0,-252 34 0,-177 38 0,363-56 0,-1-6 0,-269 8 0,-316 40 0,193-30 0,-3-42 0,258-2 0,-1145 1 0,1415 0 0,-1-1 0,1 0 0,0-1 0,-23-8 0,22 6 0,-1 1 0,1 0 0,-32-3 0,34 7 0,0 0 0,0-2 0,0 0 0,0 0 0,1-2 0,-1 1 0,1-2 0,0 0 0,-24-12 0,27 12 0,0 0 0,-1 1 0,-18-6 0,19 8 0,1-1 0,0-1 0,0 1 0,0-1 0,1-1 0,-13-7 0,-109-100 0,112 93 0,0 0 0,2-2 0,0 0 0,-19-34 0,12 12 0,2 0 0,2-1 0,2-1 0,-19-80 0,-74-231 0,86 286 0,8 21 0,1 0 0,3-1 0,3-1 0,1 0 0,3 0 0,1-55 0,2 49 0,-14-85 0,8 83 0,-2-72 0,12-1023 0,-2 1107 0,2 0 0,2 0 0,2 0 0,2 0 0,2 1 0,3 0 0,1 1 0,21-45 0,0 17 0,68-108 0,-81 148 0,1 1 0,2 2 0,1 0 0,1 2 0,42-34 0,-54 53 0,1 0 0,1 1 0,-1 0 0,1 1 0,1 1 0,-1 1 0,35-6 0,-6 0 0,142-41-1365,-161 43-5461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08:35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 98 24575,'230'-10'0,"-9"0"0,-175 11 0,0-2 0,0-3 0,69-13 0,-20-3 0,1 5 0,1 3 0,144 3 0,2574 11 0,-2101 36 0,-5 44 0,-362-39 0,-246-31 0,-1 4 0,138 40 0,-145-32 0,1-3 0,134 11 0,-216-30 0,0 0 0,-1 1 0,1 1 0,-1 0 0,23 11 0,52 36 0,-18-9 0,242 122 0,-304-161 0,-1 1 0,0 0 0,0 0 0,-1 0 0,1 0 0,-1 1 0,0-1 0,0 1 0,0 0 0,-1 1 0,0-1 0,4 9 0,2 8 0,13 46 0,-7-17 0,1-7 0,2 2 0,-2 0 0,-3 0 0,-1 2 0,9 82 0,-18-72 0,18 171 0,14 105 0,-30-294 0,9 44 0,-7-49 0,-1 0 0,1 38 0,-4-22 0,4 0 0,16 68 0,-5-32 0,-5-20 0,-2-16 0,-3-1 0,4 91 0,-14 674 0,1-796 0,0 1 0,-2 0 0,0-1 0,-2 0 0,0 0 0,-10 24 0,-55 107 0,45-100 0,-36 61 0,-96 131 0,150-233 0,-156 212 0,131-175 0,-2-1 0,-2-2 0,-2-1 0,-1-2 0,-74 56 0,22-29 0,-4-5 0,-2-4 0,-153 67 0,71-47 0,-95 39 0,202-90 0,-144 32 0,-194-3 0,223-34 0,-433 57 0,369-50 0,-93 13 0,119-16 0,-88 15 0,53 7 0,-1-12 0,-367 4 0,-768-42 0,1383 2 0,-1-1 0,0 0 0,1-1 0,-1-1 0,1 0 0,0-1 0,-25-10 0,21 6 0,0-2 0,0 0 0,1-1 0,1-1 0,-16-14 0,-34-33 0,2-3 0,3-3 0,-91-129 0,124 150 0,2-2 0,1-1 0,3-1 0,-16-55 0,-45-208 0,46 163 0,-110-458 0,117 492 0,5 0 0,5-2 0,-7-170 0,25-578 0,3 408 0,-4 340 0,5-134 0,0 225 0,1 0 0,2-1 0,0 1 0,17-42 0,53-96 0,-31 70 0,0-2 0,43-99 0,-69 148 0,-3-2 0,13-60 0,-23 74 0,2-1 0,1 1 0,2 1 0,1 0 0,2 0 0,1 1 0,34-53 0,11-17 124,-22 34-1613,-28 51-5337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10:15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12:06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1 554 24575,'1'-6'0,"0"0"0,0 0 0,0 1 0,1-1 0,0 0 0,0 1 0,1-1 0,-1 1 0,1 0 0,0 0 0,1 0 0,-1 0 0,1 0 0,0 1 0,0 0 0,0 0 0,1 0 0,7-5 0,7-5 0,1 1 0,1 0 0,27-11 0,-3 5 0,1 2 0,90-21 0,104-6 0,-192 36 0,525-74 0,-321 48 0,918-79 0,-1150 111 0,753-30 0,0 33 0,-325 2 0,1365-3 0,-1196 33 0,-446-10 0,264 71 0,-179-18 0,87 24 0,79 8 0,-409-104 0,-1 0 0,0 0 0,-1 2 0,1-1 0,-1 1 0,12 9 0,12 7 0,-4-5 0,0 2 0,-2 1 0,-1 1 0,31 29 0,-56-46 0,0-1 0,-1 1 0,1 0 0,-1 0 0,0 0 0,0 0 0,0 0 0,0 1 0,-1-1 0,1 0 0,-1 1 0,-1-1 0,2 8 0,-1 7 0,-3 39 0,0-24 0,3-13 0,-2 1 0,0-1 0,-2 1 0,0-1 0,-1 0 0,-1 0 0,-2-1 0,0 1 0,0-1 0,-15 25 0,-10 4 0,-2 0 0,-51 55 0,-93 81 0,123-134 0,-3-3 0,-2-2 0,-1-3 0,-2-2 0,-99 45 0,-358 122 0,268-128 0,-3-12 0,-376 52 0,-277-29-128,-614-82-433,930-13 482,182-10 79,285 2 0,-152-34 0,-224-86 0,42 11 0,-299-12 768,741 129-768,1 0 0,0-2 0,0 0 0,0 0 0,0-2 0,1 0 0,0 0 0,-18-15 0,-16-8 0,-115-83 0,113 76 0,36 27 0,6 5 0,1 0 0,-1 0 0,1-1 0,1 0 0,-1-1 0,1 1 0,0-1 0,1-1 0,-7-11 0,-16-37 0,3 0 0,-26-85 0,-22-127 0,72 262 0,-6-32 0,-3-42 0,10 78 0,-1-6 17,-1-1-1,0 1 1,0 0-1,-1 0 1,-8-14-1,-5-13-1480,7 8-5362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12:13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98 24575,'25'-11'0,"0"1"0,1 1 0,0 1 0,47-7 0,113-5 0,-130 16 0,908-17 0,-702 23 0,2859-1 0,-2401 46 0,-9 66 0,-604-93 0,226 48 0,-263-50 0,-2 4 0,116 53 0,90 63 0,-34-25 0,-159-76 0,-69-32 0,-1 2 0,0 0 0,0 0 0,-1 1 0,0 0 0,0 0 0,-1 1 0,0 1 0,-1 0 0,0 0 0,11 18 0,-6-5 0,-1 0 0,-1 1 0,-2 0 0,12 43 0,-16-44 0,-2-1 0,-1 1 0,-1-1 0,-3 45 0,0-13 0,1-40 0,0 1 0,-1 0 0,-1-1 0,-1 0 0,0 1 0,0-1 0,-2-1 0,1 1 0,-2-1 0,-12 19 0,-10 11 0,-56 63 0,64-81 0,0-4 0,0 0 0,-1-1 0,-1-1 0,0-1 0,-2-1 0,0-1 0,-30 13 0,-200 75 0,208-86 0,-424 137 0,393-135 0,-1-3 0,0-4 0,-1-4 0,-99 0 0,47-12 0,-262 8 0,-235 78 0,-232 17 0,-198-93 0,586-11 0,-797-55-1003,774 27 763,429 29 240,18 1 0,0-2 0,-53-11 0,93 12 68,0 0 0,0-1 1,1 0-1,0-1 0,-1 0 0,2 0 0,-1-1 0,0 1 1,1-2-1,0 1 0,1-1 0,-8-10 0,2 4 51,1 1 0,-19-14 0,-98-60-119,-33-26 0,74 51 0,-13-10 0,87 60 0,1 0 0,0-1 0,0 0 0,1-1 0,-11-16 0,4-10-1365,12 22-5461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12:15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973 863 24575,'0'-3'0,"0"-1"0,1 0 0,0 0 0,0 1 0,0-1 0,0 0 0,1 1 0,-1-1 0,1 1 0,0 0 0,0 0 0,0-1 0,0 1 0,1 0 0,-1 1 0,1-1 0,0 0 0,0 1 0,0 0 0,0-1 0,0 1 0,1 0 0,-1 1 0,7-4 0,9-2 0,0 0 0,1 1 0,28-5 0,-38 9 0,86-16 18,119-6-1,112 12-458,-305 11 358,303-4-1875,2516 1-364,-1404 8 1798,-1228-5 524,664 11 0,-7 70 0,-831-74 122,139 27 2761,-147-26-2426,0 1 1,0 2 0,-1 0 0,33 19-1,-52-23-457,0-1 0,0 1 0,0 0 0,-1 0 0,0 1 0,0 0 0,-1 0 0,0 1 0,0-1 0,0 1 0,-1 0 0,0 0 0,-1 1 0,4 10 0,3 17 0,13 77 0,-20-97 0,31 320 0,-20-157 0,-4-70 0,-4 132 0,-8-201 0,-1 0 0,-3 0 0,-1 0 0,-1-1 0,-3-1 0,-26 66 0,11-53 0,-2 0 0,-2-3 0,-2 0 0,-2-2 0,-3-2 0,-1-1 0,-2-2 0,-58 47 0,11-20 0,-3-4 0,-3-3 0,-136 64 0,72-53 0,-3-7 0,-235 62 0,261-95-49,0-5-1,-239 15 0,-274-30-1005,519-13 902,-1881-10 153,943-6-354,54-65 354,871 57 428,2-6 0,0-6-1,-238-99 1,302 99-428,1-2 0,3-4 0,-97-75 0,135 93 0,1 0 0,0-2 0,2-2 0,2-1 0,0-1 0,2-1 0,2-1 0,1-1 0,1-1 0,-25-56 0,-94-274 0,71 174 0,60 166 0,2 0 0,0 0 0,2-1 0,1 0 0,1 0 0,2 0 0,-1-36 0,4-36 0,20-340 0,-14 386 0,3 1 0,1 1 0,3-1 0,2 2 0,2 0 0,35-68 0,-19 60 0,2 2 0,2 2 0,3 1 0,1 3 0,3 1 0,57-46 0,-15 21 0,4 5 0,165-94 0,-244 155-62,22-12 125,1 0 1,44-15-1,-70 31-162,0 0-1,0 0 0,0 1 1,0 0-1,1 0 1,-1 1-1,0 1 1,1 0-1,-1 0 1,1 0-1,-1 1 1,0 1-1,1 0 0,14 4 1,12 13-6727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9/11/2025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altLang="zh-TW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421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.xml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4.png"/><Relationship Id="rId4" Type="http://schemas.openxmlformats.org/officeDocument/2006/relationships/hyperlink" Target="https://www.netacad.com/catalogs/learn/professional-skills?category=course" TargetMode="External"/><Relationship Id="rId9" Type="http://schemas.openxmlformats.org/officeDocument/2006/relationships/customXml" Target="../ink/ink4.xml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2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0.xml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customXml" Target="../ink/ink15.xm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customXml" Target="../ink/ink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18.xml"/><Relationship Id="rId7" Type="http://schemas.openxmlformats.org/officeDocument/2006/relationships/customXml" Target="../ink/ink19.xml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customXml" Target="../ink/ink21.xml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9.png"/><Relationship Id="rId9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85065-929E-AE3B-18E2-11D0C34B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>
                <a:solidFill>
                  <a:srgbClr val="9933FF"/>
                </a:solidFill>
              </a:rPr>
              <a:t>Module 1</a:t>
            </a:r>
            <a:br>
              <a:rPr lang="en-US" altLang="zh-TW" sz="5400" dirty="0">
                <a:solidFill>
                  <a:srgbClr val="F27662"/>
                </a:solidFill>
              </a:rPr>
            </a:br>
            <a:r>
              <a:rPr lang="en-US" altLang="zh-TW" sz="4800" dirty="0">
                <a:solidFill>
                  <a:srgbClr val="F27662"/>
                </a:solidFill>
              </a:rPr>
              <a:t>Information Technology</a:t>
            </a:r>
            <a:endParaRPr lang="zh-TW" altLang="en-US" sz="5400" dirty="0">
              <a:solidFill>
                <a:srgbClr val="F27662"/>
              </a:solidFill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869B9E-10F1-E8B6-4A02-BC3E62C09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highlight>
                  <a:srgbClr val="C0C0C0"/>
                </a:highlight>
              </a:rPr>
              <a:t>English Foundation for Info Tech</a:t>
            </a:r>
            <a:endParaRPr lang="zh-TW" altLang="en-US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0B664B-946C-6E8E-4231-3AEB9B9A8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412" y="762000"/>
            <a:ext cx="5163271" cy="28102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5DD38097-7238-AE18-0434-B887DCCC850E}"/>
                  </a:ext>
                </a:extLst>
              </p14:cNvPr>
              <p14:cNvContentPartPr/>
              <p14:nvPr/>
            </p14:nvContentPartPr>
            <p14:xfrm>
              <a:off x="12842452" y="4305842"/>
              <a:ext cx="36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5DD38097-7238-AE18-0434-B887DCCC85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24452" y="428820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73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09BADF-CED0-7B85-8378-DF9486A00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9600"/>
            <a:ext cx="760413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7B4A06-DC1B-4D8A-5F53-95BAA5425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45" y="461084"/>
            <a:ext cx="2934109" cy="632548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C991AE4-C8DD-AF4C-FEDC-6A1BB73D2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12" y="-25400"/>
            <a:ext cx="5997700" cy="6858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D2E8A5F-345B-3DBD-8E9A-118D43B2E840}"/>
              </a:ext>
            </a:extLst>
          </p:cNvPr>
          <p:cNvSpPr txBox="1"/>
          <p:nvPr/>
        </p:nvSpPr>
        <p:spPr>
          <a:xfrm>
            <a:off x="343058" y="15240"/>
            <a:ext cx="60960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 Learning Catalog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5911BF7-8F0C-8B98-2CAD-BA13728F5B44}"/>
                  </a:ext>
                </a:extLst>
              </p14:cNvPr>
              <p14:cNvContentPartPr/>
              <p14:nvPr/>
            </p14:nvContentPartPr>
            <p14:xfrm>
              <a:off x="9073612" y="60362"/>
              <a:ext cx="1171440" cy="56844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5911BF7-8F0C-8B98-2CAD-BA13728F5B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55612" y="42722"/>
                <a:ext cx="120708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E6384E1-DE13-E298-633F-9465480E506F}"/>
                  </a:ext>
                </a:extLst>
              </p14:cNvPr>
              <p14:cNvContentPartPr/>
              <p14:nvPr/>
            </p14:nvContentPartPr>
            <p14:xfrm>
              <a:off x="4885732" y="80882"/>
              <a:ext cx="1551600" cy="47988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E6384E1-DE13-E298-633F-9465480E50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67732" y="63242"/>
                <a:ext cx="158724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4AD8508-71EC-7D57-DA79-6B6781227059}"/>
                  </a:ext>
                </a:extLst>
              </p14:cNvPr>
              <p14:cNvContentPartPr/>
              <p14:nvPr/>
            </p14:nvContentPartPr>
            <p14:xfrm>
              <a:off x="1405612" y="5669882"/>
              <a:ext cx="1848960" cy="792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4AD8508-71EC-7D57-DA79-6B678122705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87612" y="5651882"/>
                <a:ext cx="1884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88A33DB-F037-8058-7F8E-ADB247F8E721}"/>
                  </a:ext>
                </a:extLst>
              </p14:cNvPr>
              <p14:cNvContentPartPr/>
              <p14:nvPr/>
            </p14:nvContentPartPr>
            <p14:xfrm>
              <a:off x="5643172" y="1794122"/>
              <a:ext cx="1009800" cy="1440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88A33DB-F037-8058-7F8E-ADB247F8E72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25172" y="1776482"/>
                <a:ext cx="10454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4AA294A0-3571-8ABE-D5F2-095DADA82D21}"/>
                  </a:ext>
                </a:extLst>
              </p14:cNvPr>
              <p14:cNvContentPartPr/>
              <p14:nvPr/>
            </p14:nvContentPartPr>
            <p14:xfrm>
              <a:off x="7615252" y="1828682"/>
              <a:ext cx="1094040" cy="36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4AA294A0-3571-8ABE-D5F2-095DADA82D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97612" y="1810682"/>
                <a:ext cx="11296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571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09BADF-CED0-7B85-8378-DF9486A00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9600"/>
            <a:ext cx="760413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7DB91B4-4383-F2AA-C0F5-EC6FA966B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12" y="32244"/>
            <a:ext cx="7962415" cy="68257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DD72129F-B216-8243-3650-43426F360B4E}"/>
                  </a:ext>
                </a:extLst>
              </p14:cNvPr>
              <p14:cNvContentPartPr/>
              <p14:nvPr/>
            </p14:nvContentPartPr>
            <p14:xfrm>
              <a:off x="4462732" y="1669202"/>
              <a:ext cx="770400" cy="2340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DD72129F-B216-8243-3650-43426F360B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9092" y="1561562"/>
                <a:ext cx="8780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730A94A8-971B-17AE-FA99-8DAAFCCE7F9C}"/>
                  </a:ext>
                </a:extLst>
              </p14:cNvPr>
              <p14:cNvContentPartPr/>
              <p14:nvPr/>
            </p14:nvContentPartPr>
            <p14:xfrm>
              <a:off x="4537972" y="1773962"/>
              <a:ext cx="1322640" cy="14796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730A94A8-971B-17AE-FA99-8DAAFCCE7F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3972" y="1666322"/>
                <a:ext cx="14302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3EB80954-E9E7-02EA-FBF9-079D54A7C55C}"/>
                  </a:ext>
                </a:extLst>
              </p14:cNvPr>
              <p14:cNvContentPartPr/>
              <p14:nvPr/>
            </p14:nvContentPartPr>
            <p14:xfrm>
              <a:off x="4298932" y="1486682"/>
              <a:ext cx="1127520" cy="445680"/>
            </p14:xfrm>
          </p:contentPart>
        </mc:Choice>
        <mc:Fallback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3EB80954-E9E7-02EA-FBF9-079D54A7C5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81292" y="1468682"/>
                <a:ext cx="116316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D560BF3A-ED3A-2C25-5FEE-0933D6E197BC}"/>
                  </a:ext>
                </a:extLst>
              </p14:cNvPr>
              <p14:cNvContentPartPr/>
              <p14:nvPr/>
            </p14:nvContentPartPr>
            <p14:xfrm>
              <a:off x="4428532" y="2913722"/>
              <a:ext cx="678600" cy="36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D560BF3A-ED3A-2C25-5FEE-0933D6E197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0892" y="2896082"/>
                <a:ext cx="714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EFA5EAAA-9DC8-C5E4-0CB8-B8A805580F6E}"/>
                  </a:ext>
                </a:extLst>
              </p14:cNvPr>
              <p14:cNvContentPartPr/>
              <p14:nvPr/>
            </p14:nvContentPartPr>
            <p14:xfrm>
              <a:off x="4381012" y="6414362"/>
              <a:ext cx="520200" cy="36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EFA5EAAA-9DC8-C5E4-0CB8-B8A805580F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63012" y="6396362"/>
                <a:ext cx="555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8BCBB15C-5629-9157-5351-D3F8AA889D16}"/>
                  </a:ext>
                </a:extLst>
              </p14:cNvPr>
              <p14:cNvContentPartPr/>
              <p14:nvPr/>
            </p14:nvContentPartPr>
            <p14:xfrm>
              <a:off x="2245132" y="2373722"/>
              <a:ext cx="1452600" cy="56880"/>
            </p14:xfrm>
          </p:contentPart>
        </mc:Choice>
        <mc:Fallback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8BCBB15C-5629-9157-5351-D3F8AA889D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27132" y="2355722"/>
                <a:ext cx="14882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EBD21DE3-0635-B54A-23C5-56DF435A6CEF}"/>
                  </a:ext>
                </a:extLst>
              </p14:cNvPr>
              <p14:cNvContentPartPr/>
              <p14:nvPr/>
            </p14:nvContentPartPr>
            <p14:xfrm>
              <a:off x="4373092" y="4154642"/>
              <a:ext cx="1359360" cy="39744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EBD21DE3-0635-B54A-23C5-56DF435A6C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5452" y="4137002"/>
                <a:ext cx="1395000" cy="43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30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09BADF-CED0-7B85-8378-DF9486A00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9600"/>
            <a:ext cx="760413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EFDB93-2E74-1186-E16E-1029660A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575" y="0"/>
            <a:ext cx="4803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2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altLang="zh-TW" dirty="0">
                <a:solidFill>
                  <a:srgbClr val="F27662"/>
                </a:solidFill>
              </a:rPr>
              <a:t>Computer Hardware Basics</a:t>
            </a:r>
            <a:endParaRPr lang="en-US" dirty="0">
              <a:solidFill>
                <a:srgbClr val="F2766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480C111-2DA5-2EDF-6E1F-A5FDB613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2590800" cy="13716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27662"/>
                </a:solidFill>
              </a:rPr>
              <a:t>Computer Hardware</a:t>
            </a:r>
            <a:br>
              <a:rPr lang="en-US" altLang="zh-TW" dirty="0">
                <a:solidFill>
                  <a:srgbClr val="F27662"/>
                </a:solidFill>
              </a:rPr>
            </a:br>
            <a:r>
              <a:rPr lang="en-US" altLang="zh-TW" dirty="0">
                <a:solidFill>
                  <a:srgbClr val="F27662"/>
                </a:solidFill>
              </a:rPr>
              <a:t>Basics</a:t>
            </a:r>
            <a:endParaRPr lang="zh-TW" altLang="en-US" dirty="0">
              <a:solidFill>
                <a:srgbClr val="F27662"/>
              </a:solidFill>
            </a:endParaRP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4E4B875-A490-7C8A-606F-A384B3C4807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5A2D99-C474-7E51-161A-F50F1116035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707E4E-ABC6-FCF6-D917-59DE9C5E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544" y="0"/>
            <a:ext cx="851045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9C235BAD-E5F2-95C7-2E2B-5856B4BEE7C2}"/>
                  </a:ext>
                </a:extLst>
              </p14:cNvPr>
              <p14:cNvContentPartPr/>
              <p14:nvPr/>
            </p14:nvContentPartPr>
            <p14:xfrm>
              <a:off x="3937132" y="1063322"/>
              <a:ext cx="2110320" cy="71856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9C235BAD-E5F2-95C7-2E2B-5856B4BEE7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2812" y="1059002"/>
                <a:ext cx="2118960" cy="72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A05B21B-5492-04E0-7CAB-90124D7F0823}"/>
                  </a:ext>
                </a:extLst>
              </p14:cNvPr>
              <p14:cNvContentPartPr/>
              <p14:nvPr/>
            </p14:nvContentPartPr>
            <p14:xfrm>
              <a:off x="3643732" y="3294962"/>
              <a:ext cx="3010680" cy="65052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A05B21B-5492-04E0-7CAB-90124D7F08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9412" y="3290642"/>
                <a:ext cx="301932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49E02083-5A97-D758-5940-7BFA6529BA27}"/>
                  </a:ext>
                </a:extLst>
              </p14:cNvPr>
              <p14:cNvContentPartPr/>
              <p14:nvPr/>
            </p14:nvContentPartPr>
            <p14:xfrm>
              <a:off x="9177652" y="2895722"/>
              <a:ext cx="2778840" cy="148644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49E02083-5A97-D758-5940-7BFA6529BA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73332" y="2891402"/>
                <a:ext cx="2787480" cy="14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B3B1A4F5-38A7-D6F7-B6CF-3CB42B5C42BB}"/>
                  </a:ext>
                </a:extLst>
              </p14:cNvPr>
              <p14:cNvContentPartPr/>
              <p14:nvPr/>
            </p14:nvContentPartPr>
            <p14:xfrm>
              <a:off x="9095212" y="4707242"/>
              <a:ext cx="2901960" cy="207684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B3B1A4F5-38A7-D6F7-B6CF-3CB42B5C42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77572" y="4689602"/>
                <a:ext cx="2937600" cy="21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648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1038A08-160D-EC74-6516-C3035DFA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77459FF6-8517-7DA0-0452-070299BA04EF}"/>
                  </a:ext>
                </a:extLst>
              </p14:cNvPr>
              <p14:cNvContentPartPr/>
              <p14:nvPr/>
            </p14:nvContentPartPr>
            <p14:xfrm>
              <a:off x="3466252" y="3534647"/>
              <a:ext cx="360" cy="3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77459FF6-8517-7DA0-0452-070299BA04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8252" y="351664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68FB56BE-0E98-4EED-6EDE-88D3C71F5E9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BE5BF91-CD4F-FD3E-FC26-2C88821AB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26" y="1676400"/>
            <a:ext cx="5662258" cy="5068071"/>
          </a:xfrm>
          <a:prstGeom prst="rect">
            <a:avLst/>
          </a:prstGeom>
        </p:spPr>
      </p:pic>
      <p:sp>
        <p:nvSpPr>
          <p:cNvPr id="16" name="標題 15">
            <a:extLst>
              <a:ext uri="{FF2B5EF4-FFF2-40B4-BE49-F238E27FC236}">
                <a16:creationId xmlns:a16="http://schemas.microsoft.com/office/drawing/2014/main" id="{C2190A82-E06B-6B59-037C-DC96E0591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1"/>
            <a:ext cx="6172200" cy="762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We cover only module 1 in class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0B6DEDA-E070-5DCC-C0DD-C85F8645E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9183" y="2514600"/>
            <a:ext cx="6589642" cy="41147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8747975A-2459-049A-9C33-B2930FA867F6}"/>
                  </a:ext>
                </a:extLst>
              </p14:cNvPr>
              <p14:cNvContentPartPr/>
              <p14:nvPr/>
            </p14:nvContentPartPr>
            <p14:xfrm>
              <a:off x="1644292" y="2666687"/>
              <a:ext cx="3270960" cy="842760"/>
            </p14:xfrm>
          </p:contentPart>
        </mc:Choice>
        <mc:Fallback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8747975A-2459-049A-9C33-B2930FA867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6652" y="2648687"/>
                <a:ext cx="330660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B090D415-8335-1DC0-FC44-334DDDB82F31}"/>
                  </a:ext>
                </a:extLst>
              </p14:cNvPr>
              <p14:cNvContentPartPr/>
              <p14:nvPr/>
            </p14:nvContentPartPr>
            <p14:xfrm>
              <a:off x="6216652" y="3990767"/>
              <a:ext cx="2881440" cy="78804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B090D415-8335-1DC0-FC44-334DDDB82F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98652" y="3972767"/>
                <a:ext cx="291708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A9292F56-3537-E4E7-56A7-B634C8C41355}"/>
                  </a:ext>
                </a:extLst>
              </p14:cNvPr>
              <p14:cNvContentPartPr/>
              <p14:nvPr/>
            </p14:nvContentPartPr>
            <p14:xfrm>
              <a:off x="5921092" y="5537327"/>
              <a:ext cx="3210120" cy="1270080"/>
            </p14:xfrm>
          </p:contentPart>
        </mc:Choice>
        <mc:Fallback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A9292F56-3537-E4E7-56A7-B634C8C413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03092" y="5519687"/>
                <a:ext cx="3245760" cy="13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1335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51ae16-ef1e-4db3-b2e2-b7f36304ae9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817338E8581424696D4254487B859C9" ma:contentTypeVersion="10" ma:contentTypeDescription="建立新的文件。" ma:contentTypeScope="" ma:versionID="5263129b73bcc7a888cae1af5f3ad150">
  <xsd:schema xmlns:xsd="http://www.w3.org/2001/XMLSchema" xmlns:xs="http://www.w3.org/2001/XMLSchema" xmlns:p="http://schemas.microsoft.com/office/2006/metadata/properties" xmlns:ns3="e151ae16-ef1e-4db3-b2e2-b7f36304ae9e" targetNamespace="http://schemas.microsoft.com/office/2006/metadata/properties" ma:root="true" ma:fieldsID="2d284f6c7b0aa49d11bda03dfdbfa19a" ns3:_="">
    <xsd:import namespace="e151ae16-ef1e-4db3-b2e2-b7f36304ae9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1ae16-ef1e-4db3-b2e2-b7f36304ae9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50606-E255-48B6-AE23-CE03A589EB22}">
  <ds:schemaRefs>
    <ds:schemaRef ds:uri="http://purl.org/dc/terms/"/>
    <ds:schemaRef ds:uri="http://schemas.microsoft.com/office/2006/documentManagement/types"/>
    <ds:schemaRef ds:uri="e151ae16-ef1e-4db3-b2e2-b7f36304ae9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F4256A-601F-4299-98C7-BD2F76DA27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1ae16-ef1e-4db3-b2e2-b7f36304ae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0</TotalTime>
  <Words>34</Words>
  <Application>Microsoft Office PowerPoint</Application>
  <PresentationFormat>自訂</PresentationFormat>
  <Paragraphs>13</Paragraphs>
  <Slides>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Palatino Linotype</vt:lpstr>
      <vt:lpstr>Custom</vt:lpstr>
      <vt:lpstr>Module 1 Information Technology</vt:lpstr>
      <vt:lpstr>PowerPoint 簡報</vt:lpstr>
      <vt:lpstr>PowerPoint 簡報</vt:lpstr>
      <vt:lpstr>PowerPoint 簡報</vt:lpstr>
      <vt:lpstr>Computer Hardware Basics</vt:lpstr>
      <vt:lpstr>Computer Hardware Basics</vt:lpstr>
      <vt:lpstr>We cover only module 1 in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繆強(Miao Qiang)</dc:creator>
  <cp:lastModifiedBy>Luke Miao</cp:lastModifiedBy>
  <cp:revision>23</cp:revision>
  <dcterms:created xsi:type="dcterms:W3CDTF">2025-09-06T07:21:04Z</dcterms:created>
  <dcterms:modified xsi:type="dcterms:W3CDTF">2025-09-11T04:33:24Z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0x010100C817338E8581424696D4254487B859C9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